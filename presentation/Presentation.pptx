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97C332-721C-54E2-814B-A5F0757B71E8}" v="841" dt="2026-04-20T16:01:58.5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216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787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727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17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720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46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831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54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807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70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410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889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3BC8C56-DF12-419B-9B0A-2FBC0456076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9688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FFF115-8011-99BF-E583-84A8793BE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Secure File Management Web Application</a:t>
            </a:r>
            <a:endParaRPr lang="en-GB" sz="60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AE5DB6-8BE3-C392-9318-582353A637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Submitted by: Daniel Lin (dl1056)</a:t>
            </a:r>
          </a:p>
          <a:p>
            <a:r>
              <a:rPr lang="en-US" sz="2400">
                <a:solidFill>
                  <a:srgbClr val="FFFFFF"/>
                </a:solidFill>
              </a:rPr>
              <a:t>		Rohit Munshi (rm1993)</a:t>
            </a:r>
            <a:endParaRPr lang="en-GB" sz="240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455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E57A1-A29D-9848-B111-EAA6BF0D0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Overview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379DA-2970-3401-391E-1217B67A0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Project On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Tested a web application for security vulnerabilities, including login, sessions, file uploads, and user access. The user/admin and upload files securely and can control whom they want to make see these files.</a:t>
            </a:r>
          </a:p>
          <a:p>
            <a:r>
              <a:rPr lang="en-US"/>
              <a:t>Purpose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Ensure data and user accounts are safe, and the app follow security best practices as every user and guest credentials and files are safe.</a:t>
            </a:r>
          </a:p>
          <a:p>
            <a:r>
              <a:rPr lang="en-US">
                <a:sym typeface="Wingdings" panose="05000000000000000000" pitchFamily="2" charset="2"/>
              </a:rPr>
              <a:t>Tools/Methods</a:t>
            </a:r>
          </a:p>
          <a:p>
            <a:pPr marL="0" indent="0">
              <a:buNone/>
            </a:pP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/>
              <a:t>Manual testing, browser dev tools, test inputs, observation of app behavior.</a:t>
            </a:r>
          </a:p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296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92D09-4996-4F6B-494A-694F023B4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Security Architecture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52310-952A-D44A-47F3-365B1F562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Frontend: user interface for login, dashboard, file management</a:t>
            </a:r>
          </a:p>
          <a:p>
            <a:r>
              <a:rPr lang="en-US"/>
              <a:t>Backend: Flask app handles, authentication, sessions, and files</a:t>
            </a:r>
          </a:p>
          <a:p>
            <a:r>
              <a:rPr lang="en-US"/>
              <a:t>Database: stores users credentials, sessions, and file metadata</a:t>
            </a:r>
          </a:p>
          <a:p>
            <a:r>
              <a:rPr lang="en-US"/>
              <a:t>Security is enforced at every layer.</a:t>
            </a:r>
          </a:p>
          <a:p>
            <a:r>
              <a:rPr lang="en-US"/>
              <a:t>Guest register </a:t>
            </a:r>
            <a:r>
              <a:rPr lang="en-US">
                <a:sym typeface="Wingdings" panose="05000000000000000000" pitchFamily="2" charset="2"/>
              </a:rPr>
              <a:t> guest login guest dashboard</a:t>
            </a:r>
            <a:endParaRPr lang="en-US"/>
          </a:p>
          <a:p>
            <a:r>
              <a:rPr lang="en-US"/>
              <a:t>Users register</a:t>
            </a:r>
            <a:r>
              <a:rPr lang="en-US">
                <a:sym typeface="Wingdings" panose="05000000000000000000" pitchFamily="2" charset="2"/>
              </a:rPr>
              <a:t> account gets approved by admin  user login  user dashboard</a:t>
            </a:r>
            <a:endParaRPr lang="en-US"/>
          </a:p>
          <a:p>
            <a:r>
              <a:rPr lang="en-US"/>
              <a:t>Authentication: register, login, password policies, account lockout, OTP expires.</a:t>
            </a:r>
          </a:p>
          <a:p>
            <a:r>
              <a:rPr lang="en-US"/>
              <a:t>Session management: session tokens, cookies with Secure, </a:t>
            </a:r>
            <a:r>
              <a:rPr lang="en-US" err="1"/>
              <a:t>HttpOnly</a:t>
            </a:r>
            <a:r>
              <a:rPr lang="en-US"/>
              <a:t>, </a:t>
            </a:r>
            <a:r>
              <a:rPr lang="en-US" err="1"/>
              <a:t>SameSite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1083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3F7B9E-A150-CBC2-8431-128861419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736" y="851457"/>
            <a:ext cx="3465681" cy="29164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tx2"/>
                </a:solidFill>
              </a:rPr>
              <a:t>User Features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F4DE193-3D53-11FA-9E59-853E406E10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1417" y="761167"/>
            <a:ext cx="6163837" cy="5254670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467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2E1BD-D25C-AF53-484E-96A044639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Security Implementation	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340A5-0D96-8826-4157-0B2F0F68F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Strong passwords, account lockout after 5 failed logins</a:t>
            </a:r>
          </a:p>
          <a:p>
            <a:r>
              <a:rPr lang="en-GB"/>
              <a:t>Role-based access control prevents unauthorized access</a:t>
            </a:r>
          </a:p>
          <a:p>
            <a:r>
              <a:rPr lang="en-GB"/>
              <a:t>Input validation blocks XSS and command injection</a:t>
            </a:r>
          </a:p>
          <a:p>
            <a:r>
              <a:rPr lang="en-GB"/>
              <a:t>File uploads restricted to safe types (.pdf, .txt, .jpg, etc.)</a:t>
            </a:r>
          </a:p>
          <a:p>
            <a:r>
              <a:rPr lang="en-GB"/>
              <a:t>Sessions use secure, </a:t>
            </a:r>
            <a:r>
              <a:rPr lang="en-GB" err="1"/>
              <a:t>HttpOnly</a:t>
            </a:r>
            <a:r>
              <a:rPr lang="en-GB"/>
              <a:t> cookies with 30-min timeout</a:t>
            </a:r>
          </a:p>
          <a:p>
            <a:r>
              <a:rPr lang="en-GB"/>
              <a:t>OTP for Reset password is sent to registered user’s email and expires in 10min.</a:t>
            </a:r>
          </a:p>
          <a:p>
            <a:r>
              <a:rPr lang="en-GB"/>
              <a:t>Admin can delete any user and guest.</a:t>
            </a:r>
          </a:p>
          <a:p>
            <a:r>
              <a:rPr lang="en-GB"/>
              <a:t>One user cannot see other user’s private files unless shared.</a:t>
            </a:r>
          </a:p>
        </p:txBody>
      </p:sp>
    </p:spTree>
    <p:extLst>
      <p:ext uri="{BB962C8B-B14F-4D97-AF65-F5344CB8AC3E}">
        <p14:creationId xmlns:p14="http://schemas.microsoft.com/office/powerpoint/2010/main" val="744208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BCEB6-0E8F-0ADC-45BD-9A624CA38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Configuration and Best Practices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DE55E-15AB-1F9C-305D-2EEE483E5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17250"/>
            <a:ext cx="11155680" cy="442868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GB"/>
              <a:t>Configuration Decisions:</a:t>
            </a:r>
          </a:p>
          <a:p>
            <a:r>
              <a:rPr lang="en-GB"/>
              <a:t>Set security parameters in config.py (timeouts, lockout thresholds, upload limits)</a:t>
            </a:r>
          </a:p>
          <a:p>
            <a:r>
              <a:rPr lang="en-GB"/>
              <a:t>Configured encrypted file storage and versioning controls.</a:t>
            </a:r>
          </a:p>
          <a:p>
            <a:r>
              <a:rPr lang="en-GB"/>
              <a:t>Used separate metadata storage for users, sessions, and sharing relationships.</a:t>
            </a:r>
          </a:p>
          <a:p>
            <a:r>
              <a:rPr lang="en-GB"/>
              <a:t>Configured HTTPS/TLS support and secure cookie settings.</a:t>
            </a:r>
          </a:p>
          <a:p>
            <a:endParaRPr lang="en-GB"/>
          </a:p>
          <a:p>
            <a:pPr marL="0" indent="0">
              <a:buNone/>
            </a:pPr>
            <a:r>
              <a:rPr lang="en-GB"/>
              <a:t>Best Practices:</a:t>
            </a:r>
          </a:p>
          <a:p>
            <a:r>
              <a:rPr lang="en-GB"/>
              <a:t>Applied least privilege in sharing and role permissions</a:t>
            </a:r>
          </a:p>
          <a:p>
            <a:r>
              <a:rPr lang="en-GB"/>
              <a:t>Used </a:t>
            </a:r>
            <a:r>
              <a:rPr lang="en-GB" err="1"/>
              <a:t>Defense</a:t>
            </a:r>
            <a:r>
              <a:rPr lang="en-GB"/>
              <a:t> in depth across authentication, authorization, and encryption.</a:t>
            </a:r>
          </a:p>
          <a:p>
            <a:r>
              <a:rPr lang="en-GB"/>
              <a:t>Followed secure file handling practices (sanitization + controlled storage)</a:t>
            </a:r>
          </a:p>
          <a:p>
            <a:r>
              <a:rPr lang="en-GB"/>
              <a:t>Used separation of concerns across modules (auth.py, decorator.py, encrpytion.py) 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5923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98910-E385-82E2-9D74-EEF6556D9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 Faced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47048-1FE9-AE76-D660-0C93E1B7A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000"/>
              <a:t>Designing secure document sharing logic across multiple roles, and managing file versioning while preserving access controls were also difficult. </a:t>
            </a:r>
          </a:p>
          <a:p>
            <a:pPr marL="0" indent="0">
              <a:buNone/>
            </a:pPr>
            <a:r>
              <a:rPr lang="en-GB" sz="2000"/>
              <a:t>It was also hard to convert implementation details into formal threat modeling, and then documenting our steps to do it.  </a:t>
            </a:r>
            <a:endParaRPr lang="en-GB" sz="20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/>
              <a:t>Additionally, with how much code we had to put down, it was difficult to nail down on some bugs that we had while testing our application. </a:t>
            </a:r>
          </a:p>
          <a:p>
            <a:pPr marL="0" indent="0">
              <a:buNone/>
            </a:pPr>
            <a:r>
              <a:rPr lang="en-GB"/>
              <a:t>Throughout the entire project, we had to verify that we were keeping in mind both functional and security requirements, and to make sure to not miss/overcomplicate certain steps.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9373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CF4BD-9A96-523E-025C-B6C7A4132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Lesson Learned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490CD-F926-6226-3162-4890DAABC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Security design is more than adding controls — architecture choices matter </a:t>
            </a:r>
            <a:endParaRPr lang="en-GB"/>
          </a:p>
          <a:p>
            <a:r>
              <a:rPr lang="en-GB">
                <a:ea typeface="+mn-lt"/>
                <a:cs typeface="+mn-lt"/>
              </a:rPr>
              <a:t>Small configuration choices can have major security impact </a:t>
            </a:r>
            <a:endParaRPr lang="en-GB"/>
          </a:p>
          <a:p>
            <a:r>
              <a:rPr lang="en-GB">
                <a:ea typeface="+mn-lt"/>
                <a:cs typeface="+mn-lt"/>
              </a:rPr>
              <a:t>Threat </a:t>
            </a:r>
            <a:r>
              <a:rPr lang="en-GB" err="1">
                <a:ea typeface="+mn-lt"/>
                <a:cs typeface="+mn-lt"/>
              </a:rPr>
              <a:t>modeling</a:t>
            </a:r>
            <a:r>
              <a:rPr lang="en-GB">
                <a:ea typeface="+mn-lt"/>
                <a:cs typeface="+mn-lt"/>
              </a:rPr>
              <a:t> helped identify weaknesses early </a:t>
            </a:r>
            <a:endParaRPr lang="en-GB"/>
          </a:p>
          <a:p>
            <a:r>
              <a:rPr lang="en-GB">
                <a:ea typeface="+mn-lt"/>
                <a:cs typeface="+mn-lt"/>
              </a:rPr>
              <a:t>Documentation must accurately reflect implemented protections </a:t>
            </a:r>
            <a:endParaRPr lang="en-GB"/>
          </a:p>
          <a:p>
            <a:r>
              <a:rPr lang="en-GB">
                <a:ea typeface="+mn-lt"/>
                <a:cs typeface="+mn-lt"/>
              </a:rPr>
              <a:t>Security review is iterative and improves overall system quality</a:t>
            </a:r>
          </a:p>
          <a:p>
            <a:r>
              <a:rPr lang="en-GB"/>
              <a:t>It is really important to build the security alongside the main project, or else you can struggle to go back and try to add security measures/issues.</a:t>
            </a:r>
          </a:p>
        </p:txBody>
      </p:sp>
    </p:spTree>
    <p:extLst>
      <p:ext uri="{BB962C8B-B14F-4D97-AF65-F5344CB8AC3E}">
        <p14:creationId xmlns:p14="http://schemas.microsoft.com/office/powerpoint/2010/main" val="416967429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9A7DA46B71A6439D4938628D1799FC" ma:contentTypeVersion="1" ma:contentTypeDescription="Create a new document." ma:contentTypeScope="" ma:versionID="c0b0d540f6bad936db6645edf7134d24">
  <xsd:schema xmlns:xsd="http://www.w3.org/2001/XMLSchema" xmlns:xs="http://www.w3.org/2001/XMLSchema" xmlns:p="http://schemas.microsoft.com/office/2006/metadata/properties" xmlns:ns3="da11cb35-cd83-46a7-9482-e80a33695337" targetNamespace="http://schemas.microsoft.com/office/2006/metadata/properties" ma:root="true" ma:fieldsID="344722f04fd6364d62562460bf376c84" ns3:_="">
    <xsd:import namespace="da11cb35-cd83-46a7-9482-e80a3369533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11cb35-cd83-46a7-9482-e80a3369533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B0BD7-EE37-45FA-A32B-B209C53D0D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9D9AB55-1F5D-4533-B4E7-40DC1A6344CE}">
  <ds:schemaRefs>
    <ds:schemaRef ds:uri="da11cb35-cd83-46a7-9482-e80a3369533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CFDF8E9-6D41-45BE-8FE1-258798FAAAC7}">
  <ds:schemaRefs>
    <ds:schemaRef ds:uri="da11cb35-cd83-46a7-9482-e80a3369533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GestaltVTI</vt:lpstr>
      <vt:lpstr>Secure File Management Web Application</vt:lpstr>
      <vt:lpstr>Project Overview</vt:lpstr>
      <vt:lpstr>Security Architecture</vt:lpstr>
      <vt:lpstr>User Features</vt:lpstr>
      <vt:lpstr>Security Implementation s</vt:lpstr>
      <vt:lpstr>Configuration and Best Practices</vt:lpstr>
      <vt:lpstr>Challenges Faced</vt:lpstr>
      <vt:lpstr>Lesson Learned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Munshi</dc:creator>
  <cp:revision>2</cp:revision>
  <dcterms:created xsi:type="dcterms:W3CDTF">2026-03-31T23:24:02Z</dcterms:created>
  <dcterms:modified xsi:type="dcterms:W3CDTF">2026-04-20T16:17:41Z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0x0101007E9A7DA46B71A6439D4938628D1799FC</vt:lpwstr>
  </property>
</Properties>
</file>